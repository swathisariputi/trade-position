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Source Code Pr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urceCodePro-bold.fntdata"/><Relationship Id="rId30" Type="http://schemas.openxmlformats.org/officeDocument/2006/relationships/font" Target="fonts/SourceCodePro-regular.fntdata"/><Relationship Id="rId11" Type="http://schemas.openxmlformats.org/officeDocument/2006/relationships/slide" Target="slides/slide6.xml"/><Relationship Id="rId33" Type="http://schemas.openxmlformats.org/officeDocument/2006/relationships/font" Target="fonts/SourceCodePro-boldItalic.fntdata"/><Relationship Id="rId10" Type="http://schemas.openxmlformats.org/officeDocument/2006/relationships/slide" Target="slides/slide5.xml"/><Relationship Id="rId32" Type="http://schemas.openxmlformats.org/officeDocument/2006/relationships/font" Target="fonts/SourceCodePr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0522b028c_0_1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0522b028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522b028c_0_19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522b028c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522b028c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522b028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80d1ff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80d1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0522b028c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0522b028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0522b028c_0_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0522b028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0522b028c_0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0522b028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0522b028c_0_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0522b028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522b028c_0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0522b028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0522b028c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0522b028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522b028c_0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522b028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0522b028c_0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0522b028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522b028c_0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0522b028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0522b028c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0522b028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0522b028c_0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b0522b028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0522b028c_0_1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0522b028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0522b028c_0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0522b028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0522b028c_0_1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0522b028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0522b028c_0_1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0522b028c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0522b028c_0_1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0522b028c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c6f80d1ff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c6f80d1f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swathisariputi22@gmail.com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Trade-Position Rest API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Naga Swathi Sariputi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 API - trades &amp; positions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Service has endpoint to send trade details to the service.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Service stores trades info and calculates position.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Service has endpoints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retrieve trades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retrieve position details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950" y="2626900"/>
            <a:ext cx="4838700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RESTful Trade and Position Management service built using ASP.NET Core and SQL Server. It allows clients to submit trades, persist them in a database, and calculate positions at the Account–Asset level.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Once the Trade is added, </a:t>
            </a:r>
            <a:r>
              <a:rPr lang="en"/>
              <a:t>automatically</a:t>
            </a:r>
            <a:r>
              <a:rPr lang="en"/>
              <a:t> position is calculated and stored.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Positions are calculated by aggregating all trades for a given Account + Asset: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BUY trades increase quantity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SELL trades decrease quantity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NetQuantity = TotalBuyQuantity − TotalSellQuantity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AveragePrice is calculated using a weighted average for BUY trades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 price is intentionally excluded (not available)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Position Calculation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=&gt; NetQuantity = Σ (BUY qty) - Σ (SELL qty)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=&gt; NewAvgPrice = (OldQty * OldAvgPrice +  BuyQty * BuyPrice) / (OldQty + BuyQty)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=&gt; RealizedPnL += SellQty * (SellPrice - AvgPrice)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=&gt; notional_value = ABS(net_quantity * avg_price)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=&gt; IF net_quantity = 0    position_status = 'CLOSED' ELSE   position_status = 'OPEN'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7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7"/>
          <p:cNvSpPr txBox="1"/>
          <p:nvPr>
            <p:ph type="title"/>
          </p:nvPr>
        </p:nvSpPr>
        <p:spPr>
          <a:xfrm>
            <a:off x="0" y="524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 Used</a:t>
            </a:r>
            <a:endParaRPr/>
          </a:p>
        </p:txBody>
      </p:sp>
      <p:sp>
        <p:nvSpPr>
          <p:cNvPr id="81" name="Google Shape;81;p17"/>
          <p:cNvSpPr/>
          <p:nvPr/>
        </p:nvSpPr>
        <p:spPr>
          <a:xfrm>
            <a:off x="421176" y="2235693"/>
            <a:ext cx="1329900" cy="1329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2253122" y="1423415"/>
            <a:ext cx="2954700" cy="2954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2320513" y="249450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ASP.NET Core</a:t>
            </a:r>
            <a:endParaRPr sz="3000">
              <a:solidFill>
                <a:schemeClr val="dk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709626" y="2147440"/>
            <a:ext cx="1506600" cy="1506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32825" y="2666675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Rest API,</a:t>
            </a:r>
            <a:endParaRPr sz="17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MS SQL Server</a:t>
            </a:r>
            <a:endParaRPr sz="17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7718079" y="2394636"/>
            <a:ext cx="1012500" cy="1012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5756300" y="2394625"/>
            <a:ext cx="1413300" cy="10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C#, Fluent Validators, API Versioning, Swagger</a:t>
            </a:r>
            <a:endParaRPr sz="13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8360550" y="3188200"/>
            <a:ext cx="91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7718075" y="2578300"/>
            <a:ext cx="10125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GitHub, Relational data modelling,    Error Handling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and Execution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Clone the repository: git clone https://github.com/swathisariputi/Trade-Position.git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Checkout to develop-2025-dec branch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Update SQL Server connection string in TradeRepository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Run Database scripts on your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Install the dependent libraries from Nuget Package Manager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6. Run the application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7. It launches the local host UI in the browser: https://localhost:{port}/swagger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8. Now hit the APIs to validate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Solution </a:t>
            </a:r>
            <a:r>
              <a:rPr lang="en"/>
              <a:t>Screenshots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02225"/>
            <a:ext cx="8839202" cy="4435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725" y="751275"/>
            <a:ext cx="8440877" cy="398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340675" y="162025"/>
            <a:ext cx="8279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Request to add trade details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1900"/>
            <a:ext cx="8839201" cy="416934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2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Postman sample request and response 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Database Persisted with Trade info and calculated Position</a:t>
            </a:r>
            <a:r>
              <a:rPr lang="en" sz="1800">
                <a:solidFill>
                  <a:schemeClr val="lt2"/>
                </a:solidFill>
              </a:rPr>
              <a:t>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25" y="1114888"/>
            <a:ext cx="4012225" cy="291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845" y="1354150"/>
            <a:ext cx="4700729" cy="267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/>
        </p:nvSpPr>
        <p:spPr>
          <a:xfrm>
            <a:off x="340675" y="162025"/>
            <a:ext cx="8279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Request to update trade details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50" y="581413"/>
            <a:ext cx="8514549" cy="425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Postman sample request and response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4025"/>
            <a:ext cx="8839201" cy="4193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Database Persisted with Trade info and re-calculated Position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8888"/>
            <a:ext cx="4124421" cy="300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9146" y="1461900"/>
            <a:ext cx="4562379" cy="2612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/>
        </p:nvSpPr>
        <p:spPr>
          <a:xfrm>
            <a:off x="250800" y="291875"/>
            <a:ext cx="8279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Request to get trades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2038"/>
            <a:ext cx="8839200" cy="239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Postman sample request and response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63" y="538038"/>
            <a:ext cx="8627518" cy="43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/>
        </p:nvSpPr>
        <p:spPr>
          <a:xfrm>
            <a:off x="250800" y="291875"/>
            <a:ext cx="8279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Request to get positions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61" name="Google Shape;16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2725"/>
            <a:ext cx="8839202" cy="204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Postman sample request and response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4025"/>
            <a:ext cx="8564884" cy="43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/>
        </p:nvSpPr>
        <p:spPr>
          <a:xfrm>
            <a:off x="250800" y="291875"/>
            <a:ext cx="8279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Request to get position for an asset of an account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2613"/>
            <a:ext cx="8839203" cy="2898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Postman sample request and response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825" y="874788"/>
            <a:ext cx="8839203" cy="3393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/>
        </p:nvSpPr>
        <p:spPr>
          <a:xfrm>
            <a:off x="250800" y="291875"/>
            <a:ext cx="82797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Request to get the trades for an asset of an account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2613"/>
            <a:ext cx="8839203" cy="2898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/>
        </p:nvSpPr>
        <p:spPr>
          <a:xfrm>
            <a:off x="230825" y="162025"/>
            <a:ext cx="86592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Postman sample request and response 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24025"/>
            <a:ext cx="8839202" cy="422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 Web UI / Dashboard - </a:t>
            </a:r>
            <a:r>
              <a:rPr lang="en"/>
              <a:t>React frontend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Add authentication - JWT Authentication, Scoped Access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Add Test Coverage - xunit tests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</a:t>
            </a:r>
            <a:r>
              <a:rPr lang="en"/>
              <a:t>. </a:t>
            </a:r>
            <a:r>
              <a:rPr lang="en"/>
              <a:t>Position Reporting &amp; Analytics - get account summary,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</a:t>
            </a:r>
            <a:r>
              <a:rPr lang="en"/>
              <a:t>. Market Price integration &amp; Profit/Loss calculation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. Adapt CI/CD pipeline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7. </a:t>
            </a:r>
            <a:r>
              <a:rPr lang="en"/>
              <a:t>Enhance</a:t>
            </a:r>
            <a:r>
              <a:rPr lang="en"/>
              <a:t> code quality - no code smells &amp; no </a:t>
            </a:r>
            <a:r>
              <a:rPr lang="en"/>
              <a:t>vulnerabilities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Naga Swathi Sariputi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chemeClr val="hlink"/>
                </a:solidFill>
                <a:hlinkClick r:id="rId3"/>
              </a:rPr>
              <a:t>swathisariputi22@gmail.com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+91 8919674844</a:t>
            </a:r>
            <a:endParaRPr sz="1400"/>
          </a:p>
        </p:txBody>
      </p:sp>
      <p:pic>
        <p:nvPicPr>
          <p:cNvPr descr="Minimal workspace - Flat lay view photo of word thank you caligraphy note in a notebook siding with pen on white wooden background. Top View flat lay photography. New year 2018 thank you concept (provided by Getty Images)" id="204" name="Google Shape;20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2575" y="382125"/>
            <a:ext cx="6209024" cy="414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